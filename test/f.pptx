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你好，</a:t>
            </a:r>
            <a:r>
              <a:rPr lang="en-US" altLang="zh-CN"/>
              <a:t>bug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汤天意</cp:lastModifiedBy>
  <cp:revision>5</cp:revision>
  <dcterms:created xsi:type="dcterms:W3CDTF">2023-08-09T12:44:00Z</dcterms:created>
  <dcterms:modified xsi:type="dcterms:W3CDTF">2026-01-04T11:07:47Z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82F2C0D5229648D9B402603374B566CB_12</vt:lpwstr>
  </property>
</Properties>
</file>